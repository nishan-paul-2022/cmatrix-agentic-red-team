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34088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6821424"/>
            <a:ext cx="12134088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0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PLANNING CYCLE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834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Termination &amp; Context Compaction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0" cy="5623560"/>
          </a:xfrm>
          <a:prstGeom prst="line">
            <a:avLst/>
          </a:prstGeom>
          <a:noFill/>
          <a:ln w="12700">
            <a:solidFill>
              <a:srgbClr val="232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326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TERMINATION CONDITION</a:t>
            </a:r>
            <a:pPr indent="0" marL="0">
              <a:buNone/>
            </a:pPr>
            <a:r>
              <a:rPr lang="en-US" sz="1100" i="1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why both must be true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0E1A06"/>
          </a:solidFill>
          <a:ln w="12700">
            <a:solidFill>
              <a:srgbClr val="39FF1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3716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exhausted?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1664208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Domain, Host, Port, Service, Technology, Endpoint, and Parameter node has been investigated by the appropriate agent.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1E1804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13716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APG resolved?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55848" y="1664208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AttackChain sits in a terminal state — VALIDATED or RULED_OUT. None left HYPOTHESIZED or PARTIALLY_VALIDATED.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220808"/>
          </a:solidFill>
          <a:ln w="12700">
            <a:solidFill>
              <a:srgbClr val="FF454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734056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ASG only — NOT DONE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980944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fully explored but chains still open. Attack reasoning is unfinished.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2670048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220808"/>
          </a:solidFill>
          <a:ln w="12700">
            <a:solidFill>
              <a:srgbClr val="FF454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55848" y="2734056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APG only — NOT DONE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55848" y="2980944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resolved, but new ASG nodes were just written — they might seed new chains.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220808"/>
          </a:solidFill>
          <a:ln w="12700">
            <a:solidFill>
              <a:srgbClr val="FF454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38862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Neither — NOT DONE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133088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incomplete. Mission continues.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3822192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0C2008"/>
          </a:solidFill>
          <a:ln w="12700">
            <a:solidFill>
              <a:srgbClr val="39FF1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55848" y="38862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Both true — MISSION COMPLETE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4133088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fully mapped, every attack opportunity proven or disproven. Report Agent spawned.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5029200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150C28"/>
          </a:solidFill>
          <a:ln w="12700">
            <a:solidFill>
              <a:srgbClr val="BD93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" y="5120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systems fail: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8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timer-based execution stops mid-chain; task-queue-based systems can't express APG resolution at all. CMatrix is the only architecture that evaluates both conditions simultaneously.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932688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COMPACTION</a:t>
            </a:r>
            <a:pPr indent="0" marL="0">
              <a:buNone/>
            </a:pPr>
            <a:r>
              <a:rPr lang="en-US" sz="1100" i="1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how long missions stay sharp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1298448"/>
            <a:ext cx="5650992" cy="868680"/>
          </a:xfrm>
          <a:prstGeom prst="roundRect">
            <a:avLst>
              <a:gd name="adj" fmla="val 6316"/>
            </a:avLst>
          </a:prstGeom>
          <a:solidFill>
            <a:srgbClr val="0E1A06"/>
          </a:solidFill>
          <a:ln w="12700">
            <a:solidFill>
              <a:srgbClr val="39FF1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1371600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1591056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MicroCompact — every tool call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1847088"/>
            <a:ext cx="5376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tool output is discarded immediately; the agent sees only a 3-line summary.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2194560"/>
            <a:ext cx="5650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  ↓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2395728"/>
            <a:ext cx="5650992" cy="868680"/>
          </a:xfrm>
          <a:prstGeom prst="roundRect">
            <a:avLst>
              <a:gd name="adj" fmla="val 6316"/>
            </a:avLst>
          </a:prstGeom>
          <a:solidFill>
            <a:srgbClr val="1E1804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2468880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AUTOCOMPACT  ·  @ 60% context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2688336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turns summarized by a scoped LLM call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0" y="2944368"/>
            <a:ext cx="5376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replaces raw conversation turns. The agent continues uninterrupted.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3291840"/>
            <a:ext cx="5650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  ↓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3493008"/>
            <a:ext cx="5650992" cy="1051560"/>
          </a:xfrm>
          <a:prstGeom prst="roundRect">
            <a:avLst>
              <a:gd name="adj" fmla="val 5217"/>
            </a:avLst>
          </a:prstGeom>
          <a:solidFill>
            <a:srgbClr val="061A28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0" y="3566160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FULLCOMPACT  ·  @ 85% context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3785616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history rebuilt from scratch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0" y="4041648"/>
            <a:ext cx="5376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from: current ASG snapshot · current APG priorities · last N tool results. Zero intelligence lost — everything important already lives in the graph.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4590288"/>
            <a:ext cx="5650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context  →  loops back to Normal Operation  ↺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63640" y="5029200"/>
            <a:ext cx="5650992" cy="1005840"/>
          </a:xfrm>
          <a:prstGeom prst="roundRect">
            <a:avLst>
              <a:gd name="adj" fmla="val 5455"/>
            </a:avLst>
          </a:prstGeom>
          <a:solidFill>
            <a:srgbClr val="0C2008"/>
          </a:solidFill>
          <a:ln w="12700">
            <a:solidFill>
              <a:srgbClr val="39FF1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00800" y="5120640"/>
            <a:ext cx="5376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ASG is the key: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F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is expendable because every discovery lives permanently in the graph. That's what makes FullCompact safe — nothing important is ever lost.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2026-06-27T17:08:10Z</dcterms:created>
  <dcterms:modified xsi:type="dcterms:W3CDTF">2026-06-27T17:08:10Z</dcterms:modified>
</cp:coreProperties>
</file>