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34088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6821424"/>
            <a:ext cx="12134088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0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MISSION  ·  shopvault.io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8346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Chain-01 Full Traceability — From CVE to Evidence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final report follows this exact path through the dual graph — nothing is ever asserted without evidence.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764792" cy="1691640"/>
          </a:xfrm>
          <a:prstGeom prst="roundRect">
            <a:avLst>
              <a:gd name="adj" fmla="val 3784"/>
            </a:avLst>
          </a:prstGeom>
          <a:solidFill>
            <a:srgbClr val="220808"/>
          </a:solidFill>
          <a:ln w="15875">
            <a:solidFill>
              <a:srgbClr val="FF454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49961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ASG · VULNERABILITY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719072"/>
            <a:ext cx="1545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CVE-2022-21661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72491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8.8  ·  PoC: Exploit-DB 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89988" y="1417320"/>
            <a:ext cx="1764792" cy="1691640"/>
          </a:xfrm>
          <a:prstGeom prst="roundRect">
            <a:avLst>
              <a:gd name="adj" fmla="val 3784"/>
            </a:avLst>
          </a:prstGeom>
          <a:solidFill>
            <a:srgbClr val="1E1804"/>
          </a:solidFill>
          <a:ln w="15875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99716" y="149961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APG · ATTACKCHAIN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99716" y="1719072"/>
            <a:ext cx="1545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99716" y="272491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risk_score: 9.1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VALIDATED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05656" y="1417320"/>
            <a:ext cx="1764792" cy="1691640"/>
          </a:xfrm>
          <a:prstGeom prst="roundRect">
            <a:avLst>
              <a:gd name="adj" fmla="val 3784"/>
            </a:avLst>
          </a:prstGeom>
          <a:solidFill>
            <a:srgbClr val="0E1A06"/>
          </a:solidFill>
          <a:ln w="15875">
            <a:solidFill>
              <a:srgbClr val="39FF1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15384" y="149961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CHAINSTEP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15384" y="1719072"/>
            <a:ext cx="1545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→ WP_Query SQLi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15384" y="272491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VALIDATED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21324" y="1417320"/>
            <a:ext cx="1764792" cy="1691640"/>
          </a:xfrm>
          <a:prstGeom prst="roundRect">
            <a:avLst>
              <a:gd name="adj" fmla="val 3784"/>
            </a:avLst>
          </a:prstGeom>
          <a:solidFill>
            <a:srgbClr val="0E1A06"/>
          </a:solidFill>
          <a:ln w="15875">
            <a:solidFill>
              <a:srgbClr val="39FF1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31052" y="149961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CHAINSTEP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31052" y="1719072"/>
            <a:ext cx="1545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dump → hash cracked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31052" y="272491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VALIDATED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936992" y="1417320"/>
            <a:ext cx="1764792" cy="1691640"/>
          </a:xfrm>
          <a:prstGeom prst="roundRect">
            <a:avLst>
              <a:gd name="adj" fmla="val 3784"/>
            </a:avLst>
          </a:prstGeom>
          <a:solidFill>
            <a:srgbClr val="0E1A06"/>
          </a:solidFill>
          <a:ln w="15875">
            <a:solidFill>
              <a:srgbClr val="39FF1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0" y="149961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CHAINSTEP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1719072"/>
            <a:ext cx="1545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→ Web shell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272491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VALIDATED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852660" y="1417320"/>
            <a:ext cx="1764792" cy="1691640"/>
          </a:xfrm>
          <a:prstGeom prst="roundRect">
            <a:avLst>
              <a:gd name="adj" fmla="val 3784"/>
            </a:avLst>
          </a:prstGeom>
          <a:solidFill>
            <a:srgbClr val="150C28"/>
          </a:solidFill>
          <a:ln w="15875">
            <a:solidFill>
              <a:srgbClr val="BD93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962388" y="149961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IMPACT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62388" y="1719072"/>
            <a:ext cx="1545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on shopvault.io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962388" y="272491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PII accessible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48256" y="2199132"/>
            <a:ext cx="132588" cy="128016"/>
          </a:xfrm>
          <a:prstGeom prst="rightArrow">
            <a:avLst/>
          </a:prstGeom>
          <a:solidFill>
            <a:srgbClr val="5A6378"/>
          </a:solidFill>
          <a:ln/>
        </p:spPr>
      </p:sp>
      <p:sp>
        <p:nvSpPr>
          <p:cNvPr id="33" name="Text 31"/>
          <p:cNvSpPr/>
          <p:nvPr/>
        </p:nvSpPr>
        <p:spPr>
          <a:xfrm>
            <a:off x="1536192" y="19522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starts_at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963924" y="2199132"/>
            <a:ext cx="132588" cy="128016"/>
          </a:xfrm>
          <a:prstGeom prst="rightArrow">
            <a:avLst/>
          </a:prstGeom>
          <a:solidFill>
            <a:srgbClr val="5A6378"/>
          </a:solidFill>
          <a:ln/>
        </p:spPr>
      </p:sp>
      <p:sp>
        <p:nvSpPr>
          <p:cNvPr id="35" name="Text 33"/>
          <p:cNvSpPr/>
          <p:nvPr/>
        </p:nvSpPr>
        <p:spPr>
          <a:xfrm>
            <a:off x="3451860" y="19522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79592" y="2199132"/>
            <a:ext cx="132588" cy="128016"/>
          </a:xfrm>
          <a:prstGeom prst="rightArrow">
            <a:avLst/>
          </a:prstGeom>
          <a:solidFill>
            <a:srgbClr val="5A6378"/>
          </a:solidFill>
          <a:ln/>
        </p:spPr>
      </p:sp>
      <p:sp>
        <p:nvSpPr>
          <p:cNvPr id="37" name="Text 35"/>
          <p:cNvSpPr/>
          <p:nvPr/>
        </p:nvSpPr>
        <p:spPr>
          <a:xfrm>
            <a:off x="5367528" y="19522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next_step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795260" y="2199132"/>
            <a:ext cx="132588" cy="128016"/>
          </a:xfrm>
          <a:prstGeom prst="rightArrow">
            <a:avLst/>
          </a:prstGeom>
          <a:solidFill>
            <a:srgbClr val="5A6378"/>
          </a:solidFill>
          <a:ln/>
        </p:spPr>
      </p:sp>
      <p:sp>
        <p:nvSpPr>
          <p:cNvPr id="39" name="Text 37"/>
          <p:cNvSpPr/>
          <p:nvPr/>
        </p:nvSpPr>
        <p:spPr>
          <a:xfrm>
            <a:off x="7283196" y="19522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next_step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9710928" y="2199132"/>
            <a:ext cx="132588" cy="128016"/>
          </a:xfrm>
          <a:prstGeom prst="rightArrow">
            <a:avLst/>
          </a:prstGeom>
          <a:solidFill>
            <a:srgbClr val="5A6378"/>
          </a:solidFill>
          <a:ln/>
        </p:spPr>
      </p:sp>
      <p:sp>
        <p:nvSpPr>
          <p:cNvPr id="41" name="Text 39"/>
          <p:cNvSpPr/>
          <p:nvPr/>
        </p:nvSpPr>
        <p:spPr>
          <a:xfrm>
            <a:off x="9198864" y="19522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924044" y="3145536"/>
            <a:ext cx="128016" cy="347472"/>
          </a:xfrm>
          <a:prstGeom prst="downArrow">
            <a:avLst/>
          </a:prstGeom>
          <a:solidFill>
            <a:srgbClr val="5A6378"/>
          </a:solidFill>
          <a:ln/>
        </p:spPr>
      </p:sp>
      <p:sp>
        <p:nvSpPr>
          <p:cNvPr id="43" name="Text 41"/>
          <p:cNvSpPr/>
          <p:nvPr/>
        </p:nvSpPr>
        <p:spPr>
          <a:xfrm>
            <a:off x="5079492" y="3163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supported_by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105656" y="3977640"/>
            <a:ext cx="1764792" cy="868680"/>
          </a:xfrm>
          <a:prstGeom prst="roundRect">
            <a:avLst>
              <a:gd name="adj" fmla="val 7368"/>
            </a:avLst>
          </a:prstGeom>
          <a:solidFill>
            <a:srgbClr val="150C28"/>
          </a:solidFill>
          <a:ln w="12700">
            <a:solidFill>
              <a:srgbClr val="BD93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215384" y="405993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ASG · EVIDENCE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215384" y="428853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sqli-extraction.txt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39712" y="3145536"/>
            <a:ext cx="128016" cy="347472"/>
          </a:xfrm>
          <a:prstGeom prst="downArrow">
            <a:avLst/>
          </a:prstGeom>
          <a:solidFill>
            <a:srgbClr val="5A6378"/>
          </a:solidFill>
          <a:ln/>
        </p:spPr>
      </p:sp>
      <p:sp>
        <p:nvSpPr>
          <p:cNvPr id="48" name="Text 46"/>
          <p:cNvSpPr/>
          <p:nvPr/>
        </p:nvSpPr>
        <p:spPr>
          <a:xfrm>
            <a:off x="6995160" y="3163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supported_by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021324" y="3977640"/>
            <a:ext cx="1764792" cy="868680"/>
          </a:xfrm>
          <a:prstGeom prst="roundRect">
            <a:avLst>
              <a:gd name="adj" fmla="val 7368"/>
            </a:avLst>
          </a:prstGeom>
          <a:solidFill>
            <a:srgbClr val="150C28"/>
          </a:solidFill>
          <a:ln w="12700">
            <a:solidFill>
              <a:srgbClr val="BD93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131052" y="405993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ASG · EVIDENCE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31052" y="428853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user-table-dump.png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755380" y="3145536"/>
            <a:ext cx="128016" cy="347472"/>
          </a:xfrm>
          <a:prstGeom prst="downArrow">
            <a:avLst/>
          </a:prstGeom>
          <a:solidFill>
            <a:srgbClr val="5A6378"/>
          </a:solidFill>
          <a:ln/>
        </p:spPr>
      </p:sp>
      <p:sp>
        <p:nvSpPr>
          <p:cNvPr id="53" name="Text 51"/>
          <p:cNvSpPr/>
          <p:nvPr/>
        </p:nvSpPr>
        <p:spPr>
          <a:xfrm>
            <a:off x="8910828" y="3163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supported_by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936992" y="3977640"/>
            <a:ext cx="1764792" cy="868680"/>
          </a:xfrm>
          <a:prstGeom prst="roundRect">
            <a:avLst>
              <a:gd name="adj" fmla="val 7368"/>
            </a:avLst>
          </a:prstGeom>
          <a:solidFill>
            <a:srgbClr val="150C28"/>
          </a:solidFill>
          <a:ln w="12700">
            <a:solidFill>
              <a:srgbClr val="BD93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046720" y="405993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ASG · EVIDENCE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046720" y="428853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webshell-rce.png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5074920"/>
            <a:ext cx="11640312" cy="713232"/>
          </a:xfrm>
          <a:prstGeom prst="roundRect">
            <a:avLst>
              <a:gd name="adj" fmla="val 7692"/>
            </a:avLst>
          </a:prstGeom>
          <a:solidFill>
            <a:srgbClr val="0E1320"/>
          </a:solidFill>
          <a:ln w="12700">
            <a:solidFill>
              <a:srgbClr val="2328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514807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diagram: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CVE (ASG fact) → follow starts_at to the Chain (APG reasoning) → step through the ChainSteps in order → arrive at the Impact (what was demonstrated) → follow supported_by back to the Evidence files (ASG proof).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02920" y="5943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 → 9.1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escalated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88920" y="5943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278892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ChainSteps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74920" y="5943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D9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507492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artifacts linked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60920" y="5943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D9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736092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demonstrated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646920" y="5943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964692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commands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2026-06-27T17:08:55Z</dcterms:created>
  <dcterms:modified xsi:type="dcterms:W3CDTF">2026-06-27T17:08:55Z</dcterms:modified>
</cp:coreProperties>
</file>