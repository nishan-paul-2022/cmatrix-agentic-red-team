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PLANNING CYCLE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21945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 Loop — Graph-Grounded, Event-Driven, Self-Terminating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778240" y="5486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7160" y="603504"/>
            <a:ext cx="5303520" cy="4224528"/>
          </a:xfrm>
          <a:prstGeom prst="rect">
            <a:avLst/>
          </a:prstGeom>
          <a:solidFill>
            <a:srgbClr val="04100C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4008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Planning Loop — Commander runs this every iteration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18488" y="86868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041A08"/>
          </a:solidFill>
          <a:ln w="15240">
            <a:solidFill>
              <a:srgbClr val="7F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488" y="868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MISSION START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1335024"/>
            <a:ext cx="1600200" cy="475488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1335024"/>
            <a:ext cx="1527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OBSERVE ASG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Unexplored nodes? New Vulns?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Technology nodes?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938528" y="1335024"/>
            <a:ext cx="1600200" cy="475488"/>
          </a:xfrm>
          <a:prstGeom prst="rect">
            <a:avLst/>
          </a:prstGeom>
          <a:solidFill>
            <a:srgbClr val="1E1004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1335024"/>
            <a:ext cx="1527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OBSERVE APG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Hypothesized chains?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/ RULED_OUT?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978408" y="1938528"/>
            <a:ext cx="1737360" cy="475488"/>
          </a:xfrm>
          <a:prstGeom prst="rect">
            <a:avLst/>
          </a:prstGeom>
          <a:solidFill>
            <a:srgbClr val="04162E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193852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REASON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ASG + APG state: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best next action?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389888" y="2542032"/>
            <a:ext cx="914400" cy="384048"/>
          </a:xfrm>
          <a:prstGeom prst="rect">
            <a:avLst/>
          </a:prstGeom>
          <a:solidFill>
            <a:srgbClr val="0416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25420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" y="3035808"/>
            <a:ext cx="1005840" cy="475488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303580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EXPLORE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Discovery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1389888" y="3035808"/>
            <a:ext cx="914400" cy="475488"/>
          </a:xfrm>
          <a:prstGeom prst="rect">
            <a:avLst/>
          </a:prstGeom>
          <a:solidFill>
            <a:srgbClr val="1E1004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26464" y="303580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PARALLEL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 priority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paths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487168" y="3035808"/>
            <a:ext cx="1005840" cy="475488"/>
          </a:xfrm>
          <a:prstGeom prst="rect">
            <a:avLst/>
          </a:prstGeom>
          <a:solidFill>
            <a:srgbClr val="1A0606"/>
          </a:solidFill>
          <a:ln w="11430">
            <a:solidFill>
              <a:srgbClr val="FF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3744" y="303580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VALIDATE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Validation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978408" y="3639312"/>
            <a:ext cx="1737360" cy="384048"/>
          </a:xfrm>
          <a:prstGeom prst="rect">
            <a:avLst/>
          </a:prstGeom>
          <a:solidFill>
            <a:srgbClr val="100818"/>
          </a:solidFill>
          <a:ln w="11430">
            <a:solidFill>
              <a:srgbClr val="9C27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" y="363931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 EXECUTES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→ Risk Gate → ASG writes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3630168" y="3035808"/>
            <a:ext cx="1371600" cy="475488"/>
          </a:xfrm>
          <a:prstGeom prst="rect">
            <a:avLst/>
          </a:prstGeom>
          <a:solidFill>
            <a:srgbClr val="1A0606"/>
          </a:solidFill>
          <a:ln w="11430">
            <a:solidFill>
              <a:srgbClr val="FF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3035808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CYCLE GUARD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calls?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Fixation detected?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3630168" y="3547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" i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REFLECTOR or FORCE RE-PLAN</a:t>
            </a:r>
            <a:endParaRPr lang="en-US" sz="520" dirty="0"/>
          </a:p>
        </p:txBody>
      </p:sp>
      <p:sp>
        <p:nvSpPr>
          <p:cNvPr id="28" name="Shape 26"/>
          <p:cNvSpPr/>
          <p:nvPr/>
        </p:nvSpPr>
        <p:spPr>
          <a:xfrm>
            <a:off x="246888" y="4160520"/>
            <a:ext cx="1261872" cy="475488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41605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UPDATE ASG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nodes + edges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returning agent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1618488" y="4160520"/>
            <a:ext cx="1261872" cy="475488"/>
          </a:xfrm>
          <a:prstGeom prst="rect">
            <a:avLst/>
          </a:prstGeom>
          <a:solidFill>
            <a:srgbClr val="1E1004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55064" y="41605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UPDATE APG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status changed?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Re-prioritize queue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2990088" y="4160520"/>
            <a:ext cx="1417320" cy="475488"/>
          </a:xfrm>
          <a:prstGeom prst="rect">
            <a:avLst/>
          </a:prstGeom>
          <a:solidFill>
            <a:srgbClr val="04162E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26664" y="4160520"/>
            <a:ext cx="1344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TERM CHECK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ASG exhausted?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APG resolved?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1618488" y="4663440"/>
            <a:ext cx="2286000" cy="91440"/>
          </a:xfrm>
          <a:prstGeom prst="roundRect">
            <a:avLst>
              <a:gd name="adj" fmla="val 50000"/>
            </a:avLst>
          </a:prstGeom>
          <a:solidFill>
            <a:srgbClr val="041A08"/>
          </a:solidFill>
          <a:ln w="6350">
            <a:solidFill>
              <a:srgbClr val="7FFF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04288" y="1216152"/>
            <a:ext cx="9144" cy="118872"/>
          </a:xfrm>
          <a:prstGeom prst="line">
            <a:avLst/>
          </a:prstGeom>
          <a:noFill/>
          <a:ln w="10160">
            <a:solidFill>
              <a:srgbClr val="7FFF00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001268" y="1572768"/>
            <a:ext cx="9144" cy="365760"/>
          </a:xfrm>
          <a:prstGeom prst="line">
            <a:avLst/>
          </a:prstGeom>
          <a:noFill/>
          <a:ln w="10160">
            <a:solidFill>
              <a:srgbClr val="7FFF00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915668" y="1572768"/>
            <a:ext cx="800100" cy="365760"/>
          </a:xfrm>
          <a:prstGeom prst="line">
            <a:avLst/>
          </a:prstGeom>
          <a:noFill/>
          <a:ln w="10160">
            <a:solidFill>
              <a:srgbClr val="FFC107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847088" y="2414016"/>
            <a:ext cx="9144" cy="128016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1252728" y="2743200"/>
            <a:ext cx="137160" cy="292608"/>
          </a:xfrm>
          <a:prstGeom prst="line">
            <a:avLst/>
          </a:prstGeom>
          <a:noFill/>
          <a:ln w="10160">
            <a:solidFill>
              <a:srgbClr val="7FFF00"/>
            </a:solidFill>
            <a:prstDash val="solid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1092708" y="2798064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ASG gaps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1847088" y="2743200"/>
            <a:ext cx="9144" cy="292608"/>
          </a:xfrm>
          <a:prstGeom prst="line">
            <a:avLst/>
          </a:prstGeom>
          <a:noFill/>
          <a:ln w="10160">
            <a:solidFill>
              <a:srgbClr val="FFC107"/>
            </a:solidFill>
            <a:prstDash val="solid"/>
            <a:tailEnd type="arrow"/>
          </a:ln>
        </p:spPr>
      </p:sp>
      <p:sp>
        <p:nvSpPr>
          <p:cNvPr id="42" name="Text 40"/>
          <p:cNvSpPr/>
          <p:nvPr/>
        </p:nvSpPr>
        <p:spPr>
          <a:xfrm>
            <a:off x="1618488" y="2798064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2304288" y="2743200"/>
            <a:ext cx="274320" cy="292608"/>
          </a:xfrm>
          <a:prstGeom prst="line">
            <a:avLst/>
          </a:prstGeom>
          <a:noFill/>
          <a:ln w="10160">
            <a:solidFill>
              <a:srgbClr val="FF5252"/>
            </a:solidFill>
            <a:prstDash val="solid"/>
            <a:tailEnd type="arrow"/>
          </a:ln>
        </p:spPr>
      </p:sp>
      <p:sp>
        <p:nvSpPr>
          <p:cNvPr id="44" name="Text 42"/>
          <p:cNvSpPr/>
          <p:nvPr/>
        </p:nvSpPr>
        <p:spPr>
          <a:xfrm>
            <a:off x="2212848" y="2798064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APG chains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749808" y="3511296"/>
            <a:ext cx="365760" cy="320040"/>
          </a:xfrm>
          <a:prstGeom prst="line">
            <a:avLst/>
          </a:prstGeom>
          <a:noFill/>
          <a:ln w="10160">
            <a:solidFill>
              <a:srgbClr val="9C27B0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1847088" y="3511296"/>
            <a:ext cx="9144" cy="128016"/>
          </a:xfrm>
          <a:prstGeom prst="line">
            <a:avLst/>
          </a:prstGeom>
          <a:noFill/>
          <a:ln w="10160">
            <a:solidFill>
              <a:srgbClr val="9C27B0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2715768" y="3511296"/>
            <a:ext cx="274320" cy="320040"/>
          </a:xfrm>
          <a:prstGeom prst="line">
            <a:avLst/>
          </a:prstGeom>
          <a:noFill/>
          <a:ln w="10160">
            <a:solidFill>
              <a:srgbClr val="9C27B0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2715768" y="3273552"/>
            <a:ext cx="914400" cy="557784"/>
          </a:xfrm>
          <a:prstGeom prst="line">
            <a:avLst/>
          </a:prstGeom>
          <a:noFill/>
          <a:ln w="10160">
            <a:solidFill>
              <a:srgbClr val="FF5252"/>
            </a:solidFill>
            <a:prstDash val="solid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2944368" y="3461004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2304288" y="3200400"/>
            <a:ext cx="1325880" cy="9144"/>
          </a:xfrm>
          <a:prstGeom prst="line">
            <a:avLst/>
          </a:prstGeom>
          <a:noFill/>
          <a:ln w="10160">
            <a:solidFill>
              <a:srgbClr val="FF5252"/>
            </a:solidFill>
            <a:prstDash val="solid"/>
            <a:tailEnd type="arrow"/>
          </a:ln>
        </p:spPr>
      </p:sp>
      <p:sp>
        <p:nvSpPr>
          <p:cNvPr id="51" name="Text 49"/>
          <p:cNvSpPr/>
          <p:nvPr/>
        </p:nvSpPr>
        <p:spPr>
          <a:xfrm>
            <a:off x="2738628" y="310896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re-plan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877824" y="4023360"/>
            <a:ext cx="969264" cy="137160"/>
          </a:xfrm>
          <a:prstGeom prst="line">
            <a:avLst/>
          </a:prstGeom>
          <a:noFill/>
          <a:ln w="10160">
            <a:solidFill>
              <a:srgbClr val="7FFF00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1508760" y="4398264"/>
            <a:ext cx="109728" cy="9144"/>
          </a:xfrm>
          <a:prstGeom prst="line">
            <a:avLst/>
          </a:prstGeom>
          <a:noFill/>
          <a:ln w="10160">
            <a:solidFill>
              <a:srgbClr val="FFC107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2880360" y="4398264"/>
            <a:ext cx="109728" cy="9144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3694176" y="2176272"/>
            <a:ext cx="9144" cy="1984248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  <a:tailEnd type="arrow"/>
          </a:ln>
        </p:spPr>
      </p:sp>
      <p:sp>
        <p:nvSpPr>
          <p:cNvPr id="56" name="Text 54"/>
          <p:cNvSpPr/>
          <p:nvPr/>
        </p:nvSpPr>
        <p:spPr>
          <a:xfrm>
            <a:off x="3465576" y="3076956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continue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1801368" y="2176272"/>
            <a:ext cx="1892808" cy="9144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1801368" y="1938528"/>
            <a:ext cx="9144" cy="237744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5577840" y="603504"/>
            <a:ext cx="3429000" cy="4224528"/>
          </a:xfrm>
          <a:prstGeom prst="rect">
            <a:avLst/>
          </a:prstGeom>
          <a:solidFill>
            <a:srgbClr val="0D0D0D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0" y="64008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Triggers a Re-Plan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69280" y="877824"/>
            <a:ext cx="3246120" cy="841248"/>
          </a:xfrm>
          <a:prstGeom prst="rect">
            <a:avLst/>
          </a:prstGeom>
          <a:solidFill>
            <a:srgbClr val="062210"/>
          </a:solidFill>
          <a:ln w="10160">
            <a:solidFill>
              <a:srgbClr val="7FFF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15000" y="896112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ASG Trigger Events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742432" y="107899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New Vulnerability node → seed APG chain?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742432" y="12801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New Technology node → spawn Research Agent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742432" y="148132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New Endpoint node → probe with Analysis Agent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669280" y="1773936"/>
            <a:ext cx="3246120" cy="841248"/>
          </a:xfrm>
          <a:prstGeom prst="rect">
            <a:avLst/>
          </a:prstGeom>
          <a:solidFill>
            <a:srgbClr val="1E1004"/>
          </a:solidFill>
          <a:ln w="10160">
            <a:solidFill>
              <a:srgbClr val="FFC10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15000" y="1792224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APG Trigger Events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742432" y="19751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Chain → PARTIALLY_VALIDATED → re-rank all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5742432" y="217627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Chain → VALIDATED → pursue next chain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742432" y="23774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Chain → RULED_OUT → remove, re-prioritize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5669280" y="2670048"/>
            <a:ext cx="3246120" cy="566928"/>
          </a:xfrm>
          <a:prstGeom prst="rect">
            <a:avLst/>
          </a:prstGeom>
          <a:solidFill>
            <a:srgbClr val="1A0606"/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15000" y="2688336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Guard Events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742432" y="287121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Same tool call repeated ×3 → Force re-plan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742432" y="305409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Repeated different failures → Reflector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669280" y="3310128"/>
            <a:ext cx="3246120" cy="1426464"/>
          </a:xfrm>
          <a:prstGeom prst="rect">
            <a:avLst/>
          </a:prstGeom>
          <a:solidFill>
            <a:srgbClr val="0416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15000" y="3346704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Termination Condition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715000" y="3566160"/>
            <a:ext cx="1485900" cy="56692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42432" y="3566160"/>
            <a:ext cx="14310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ASG Exhausted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node investigated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appropriate agent</a:t>
            </a:r>
            <a:endParaRPr lang="en-US" sz="620" dirty="0"/>
          </a:p>
        </p:txBody>
      </p:sp>
      <p:sp>
        <p:nvSpPr>
          <p:cNvPr id="79" name="Shape 77"/>
          <p:cNvSpPr/>
          <p:nvPr/>
        </p:nvSpPr>
        <p:spPr>
          <a:xfrm>
            <a:off x="7292340" y="3566160"/>
            <a:ext cx="1485900" cy="566928"/>
          </a:xfrm>
          <a:prstGeom prst="rect">
            <a:avLst/>
          </a:prstGeom>
          <a:solidFill>
            <a:srgbClr val="1E1004"/>
          </a:solidFill>
          <a:ln w="8890">
            <a:solidFill>
              <a:srgbClr val="FFC10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28916" y="3566160"/>
            <a:ext cx="14310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APG Resolved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chains VALIDATED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RULED_OUT</a:t>
            </a:r>
            <a:endParaRPr lang="en-US" sz="620" dirty="0"/>
          </a:p>
        </p:txBody>
      </p:sp>
      <p:sp>
        <p:nvSpPr>
          <p:cNvPr id="81" name="Text 79"/>
          <p:cNvSpPr/>
          <p:nvPr/>
        </p:nvSpPr>
        <p:spPr>
          <a:xfrm>
            <a:off x="7155180" y="3749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715000" y="4187952"/>
            <a:ext cx="3154680" cy="420624"/>
          </a:xfrm>
          <a:prstGeom prst="roundRect">
            <a:avLst>
              <a:gd name="adj" fmla="val 13043"/>
            </a:avLst>
          </a:prstGeom>
          <a:solidFill>
            <a:srgbClr val="041A08"/>
          </a:solidFill>
          <a:ln w="12700">
            <a:solidFill>
              <a:srgbClr val="7FFF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42432" y="4187952"/>
            <a:ext cx="3099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BOTH TRUE → Report Agent spawned → MISSION COMPLETE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715000" y="4645152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Timer-based systems stop mid-chain.  CMatrix requires dual-graph resolution.</a:t>
            </a:r>
            <a:endParaRPr lang="en-US" sz="580" dirty="0"/>
          </a:p>
        </p:txBody>
      </p:sp>
      <p:sp>
        <p:nvSpPr>
          <p:cNvPr id="85" name="Shape 83"/>
          <p:cNvSpPr/>
          <p:nvPr/>
        </p:nvSpPr>
        <p:spPr>
          <a:xfrm>
            <a:off x="137160" y="4855464"/>
            <a:ext cx="8869680" cy="228600"/>
          </a:xfrm>
          <a:prstGeom prst="rect">
            <a:avLst/>
          </a:prstGeom>
          <a:solidFill>
            <a:srgbClr val="04101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8600" y="486460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Commander decision traces to a graph event.  Every re-plan is triggered by a node write.  Mission ends only when the graph demands it — not when a timer fires.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2026-06-27T16:51:09Z</dcterms:created>
  <dcterms:modified xsi:type="dcterms:W3CDTF">2026-06-27T16:51:09Z</dcterms:modified>
</cp:coreProperties>
</file>